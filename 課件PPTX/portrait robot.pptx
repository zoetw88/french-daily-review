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59" r:id="rId5"/>
    <p:sldId id="258" r:id="rId6"/>
    <p:sldId id="263" r:id="rId7"/>
    <p:sldId id="262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4085-FEE4-F9DC-5539-6E4F1FD0E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727EC-DAEC-9E5C-82E2-3E7B25065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0F96A-BA5A-46E9-9ECA-98018935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D8C1-00E5-F393-C57F-0FB23B9C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CA90F-5970-1013-8B57-B5D84191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2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E306-5826-3477-1AB8-7BD9FF6F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A4DED-A26C-419E-DE5E-069C65D98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93DF-D8A3-52F0-1F0B-97AD04F2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71A20-E8BB-824C-1999-B45A6FAB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938F8-9AA3-582F-E8C3-9CC94B08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6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60BD-9653-49AC-5319-0D252D5F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4CEB5-FDDA-FD73-F345-A92D9A9EA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D0B81-380A-2DDB-EC2E-B7BB297D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29387-20C3-FACD-8F5C-D03A1642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DC56C-636D-FA8F-F439-41F43216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20FB-E909-F41B-564D-48C5FD0A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9326-040A-7F93-043F-6DA507156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343E2-C95F-035E-4823-7A0EC0D7B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F4D60-E0F8-91F2-E9FB-7FE4D415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C161-937B-FAAE-A5AA-7A7D3B75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8CF3E-C9F3-F54E-D678-0420ACB0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2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612C-44D8-5FB4-AFAA-55B78AE0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DEA84-459E-A24F-E5F7-F7D4B6875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FE8BC-2EBB-44DA-AF01-02F8808D9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916B8-6732-147E-BFA9-0D991739C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91A6C-779E-BA43-BBC1-92C74E975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43E18-7A2F-C769-36D7-4730A5C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903CD-64BB-5964-273E-35724113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16F2B-E5EC-9F4C-4BAB-570E093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1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23C1-A48E-E11E-37F8-B2643F6E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8FEFE-7A58-2281-4CF4-44C970E6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264E0-EFBC-2661-C39C-433CFCB6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8353E-5C1C-CA23-8F5C-106FCB45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2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FBC2B-CD53-EB8D-EC0E-2155F669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9BAA8-F75D-142C-BC76-77E18DCB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3E68B-DF5C-4D65-6BBF-F37774E2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BC74-6DA5-E345-6297-552C5F7A2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982D-0BE8-F1F2-22F4-BB684D2BD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D1622-B2EA-1B0D-2882-386D4C820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D2EAC-C562-DF5A-EA24-3E789C57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5C55A-F45E-B815-F464-39367DB7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AE78E-D01E-B616-5843-64B30594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7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5559-41CA-973A-E3A3-FE66B434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87931-6F13-A806-BE2A-22FB54183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7002-01D3-5CB7-F85A-00A1768A4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6E05A-E02E-7EBB-DF63-0127E606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1CC10-799C-9F90-01C3-139C8161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9918-7E77-3E23-24BA-369F80B6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0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A92B-C0BF-4AB6-E194-BE710C68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F2598-A3C2-7DE0-5646-58B54CD82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C7DE-400F-8906-4D9D-D5EB5D88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59F48-3548-8DED-2876-FF431814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1883-707D-F4B9-3515-E3905C10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6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7E43-8EDF-B5C5-9432-A54AAE1DD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95B51-4514-299F-075C-03C3E790C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3417-F87F-42B9-3B08-6D62CDDC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069D-2F81-CB2D-39F5-E89B7C65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E497-113E-69CF-0142-5BEF243A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7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E48F8-E752-7FDE-1462-59970C5B5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6D51F-A73A-B9DC-0FA3-8E414D081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3494-75CD-84BE-00D2-BDE86F968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6DA09-8D8C-4F96-9D20-42FB329F39A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92B2E-FFE1-22A1-238F-455C89C73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8E583-8854-177F-7E62-7B086D214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19B7F-6944-401F-897E-B29A01F5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4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B51E-FABA-6742-818D-8B42FA3A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6CC012-68D9-5CBF-3786-3D8DC0963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6598" y="1825625"/>
            <a:ext cx="6198803" cy="4351338"/>
          </a:xfrm>
        </p:spPr>
      </p:pic>
    </p:spTree>
    <p:extLst>
      <p:ext uri="{BB962C8B-B14F-4D97-AF65-F5344CB8AC3E}">
        <p14:creationId xmlns:p14="http://schemas.microsoft.com/office/powerpoint/2010/main" val="76572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D490-9AA3-F684-E3CB-E2FFF460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56FE3A-FB3D-1F68-B756-3E09DC86F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1012" y="1825625"/>
            <a:ext cx="3469976" cy="4351338"/>
          </a:xfrm>
        </p:spPr>
      </p:pic>
    </p:spTree>
    <p:extLst>
      <p:ext uri="{BB962C8B-B14F-4D97-AF65-F5344CB8AC3E}">
        <p14:creationId xmlns:p14="http://schemas.microsoft.com/office/powerpoint/2010/main" val="8483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F708-9703-C8B2-421C-AFAD9578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967928-CDA6-1613-B9C1-912AC7997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2325" y="2582069"/>
            <a:ext cx="5467350" cy="2838450"/>
          </a:xfrm>
        </p:spPr>
      </p:pic>
    </p:spTree>
    <p:extLst>
      <p:ext uri="{BB962C8B-B14F-4D97-AF65-F5344CB8AC3E}">
        <p14:creationId xmlns:p14="http://schemas.microsoft.com/office/powerpoint/2010/main" val="351517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95B5-3CD0-C5FE-BADD-B452BD66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0E1D60-33A0-4621-5944-41BA21556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5287" y="2072481"/>
            <a:ext cx="3781425" cy="3857625"/>
          </a:xfrm>
        </p:spPr>
      </p:pic>
    </p:spTree>
    <p:extLst>
      <p:ext uri="{BB962C8B-B14F-4D97-AF65-F5344CB8AC3E}">
        <p14:creationId xmlns:p14="http://schemas.microsoft.com/office/powerpoint/2010/main" val="66320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514D-D04E-5442-5FE7-4F654FB6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C53CD-777F-7178-8873-7436A7977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385" y="1825625"/>
            <a:ext cx="4001230" cy="4351338"/>
          </a:xfrm>
        </p:spPr>
      </p:pic>
    </p:spTree>
    <p:extLst>
      <p:ext uri="{BB962C8B-B14F-4D97-AF65-F5344CB8AC3E}">
        <p14:creationId xmlns:p14="http://schemas.microsoft.com/office/powerpoint/2010/main" val="39849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36B4-0904-C5DD-DB0C-EF2BF0A5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83961-8969-BF16-52CF-C75B52174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4262" y="2301081"/>
            <a:ext cx="4943475" cy="3400425"/>
          </a:xfrm>
        </p:spPr>
      </p:pic>
    </p:spTree>
    <p:extLst>
      <p:ext uri="{BB962C8B-B14F-4D97-AF65-F5344CB8AC3E}">
        <p14:creationId xmlns:p14="http://schemas.microsoft.com/office/powerpoint/2010/main" val="344069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D243-9106-6B01-143A-4BC35EA2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0814E4-BF45-2167-9F8C-FF1BB861B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28739"/>
            <a:ext cx="10515600" cy="1345110"/>
          </a:xfrm>
        </p:spPr>
      </p:pic>
    </p:spTree>
    <p:extLst>
      <p:ext uri="{BB962C8B-B14F-4D97-AF65-F5344CB8AC3E}">
        <p14:creationId xmlns:p14="http://schemas.microsoft.com/office/powerpoint/2010/main" val="328745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CDC3-19EC-1EFB-97E3-4F68132C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1E0AC8-39B9-693D-5376-611DCD1C9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914" y="1825625"/>
            <a:ext cx="7838171" cy="4351338"/>
          </a:xfrm>
        </p:spPr>
      </p:pic>
    </p:spTree>
    <p:extLst>
      <p:ext uri="{BB962C8B-B14F-4D97-AF65-F5344CB8AC3E}">
        <p14:creationId xmlns:p14="http://schemas.microsoft.com/office/powerpoint/2010/main" val="192503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F81A-E9E0-1C1D-E45E-185F2D36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FD0D5-7E03-9BC7-851E-EEF2F82E2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32426"/>
            <a:ext cx="10515600" cy="2537735"/>
          </a:xfrm>
        </p:spPr>
      </p:pic>
    </p:spTree>
    <p:extLst>
      <p:ext uri="{BB962C8B-B14F-4D97-AF65-F5344CB8AC3E}">
        <p14:creationId xmlns:p14="http://schemas.microsoft.com/office/powerpoint/2010/main" val="32231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8264-AAD3-626F-8F4E-815700E0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9AD3A1-D12D-FB92-1EB9-21BD32FE7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4052"/>
            <a:ext cx="10515600" cy="2894484"/>
          </a:xfrm>
        </p:spPr>
      </p:pic>
    </p:spTree>
    <p:extLst>
      <p:ext uri="{BB962C8B-B14F-4D97-AF65-F5344CB8AC3E}">
        <p14:creationId xmlns:p14="http://schemas.microsoft.com/office/powerpoint/2010/main" val="4173682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ludo</dc:creator>
  <cp:lastModifiedBy>ludo</cp:lastModifiedBy>
  <cp:revision>1</cp:revision>
  <dcterms:created xsi:type="dcterms:W3CDTF">2024-09-20T02:24:24Z</dcterms:created>
  <dcterms:modified xsi:type="dcterms:W3CDTF">2024-09-20T02:28:39Z</dcterms:modified>
</cp:coreProperties>
</file>