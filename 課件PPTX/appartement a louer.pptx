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A2C8D-C776-DC92-115A-D5F4E8271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4BF1FE-FE8B-CC69-C2C2-5DDB7B040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C6C0C-E08C-26E7-5564-2F375715C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F621-FD24-42BB-A4F7-AE2413BA206E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5854B-2964-570C-7E38-A2A5F99D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AEF47-8E35-FEAB-3A2D-05D74F438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96618-A940-45F8-AACE-2F2182D5C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941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C7098-994A-EB56-9464-6017A3C30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26EED-EE05-4011-4103-92616DACF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7A1A0-08F9-5C06-7A41-53D6572BA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F621-FD24-42BB-A4F7-AE2413BA206E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40BF4-2B48-1EE1-95E6-13FF48DCC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75F1A-990D-EAF9-9352-5630BDF5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96618-A940-45F8-AACE-2F2182D5C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09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724E6-446F-115F-9D64-CBF8DBA8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312AC-8A1C-2372-3017-75346DB01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4456A-6CA9-885E-4A4D-C01FB65E1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F621-FD24-42BB-A4F7-AE2413BA206E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DA78-F5F5-9F1C-E989-69C0B9D28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5D820-3252-674F-09EB-799DCF26B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96618-A940-45F8-AACE-2F2182D5C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9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0F38B-BE85-BD90-9F1B-1792B1FAF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69152-285B-DCED-8BCB-72A2A4AA0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C0890-D763-94D8-7F5B-00A18C958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E03D2-0768-F150-710A-71AF7F7FC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F621-FD24-42BB-A4F7-AE2413BA206E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189B3-B07B-9EBA-E127-B7888013E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02FAB-A05D-5964-DD9D-3FEC0F3C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96618-A940-45F8-AACE-2F2182D5C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021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0098C-52D8-560A-2997-B737D5AF1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9B0AB-C3DC-AB7A-CE3A-F97A4B3B1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4D327-9736-6AF9-8CCA-5B2D1FE6C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93B86E-F5AA-0B20-1D62-C7726C121F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1BAB06-9723-B10A-029C-96EBE6EACF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C0D22E-95E0-81EE-10EC-FE3644566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F621-FD24-42BB-A4F7-AE2413BA206E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D47CE3-C239-1912-BAB2-670776E3F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1B015F-6DA8-4F6C-35E3-212BC53DB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96618-A940-45F8-AACE-2F2182D5C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667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F4DDB-97EB-FFC5-933E-AA81F5AEA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61B6E2-692C-2A94-FCE0-7C79A742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F621-FD24-42BB-A4F7-AE2413BA206E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A35E59-EECC-F4E3-2301-B710C9594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77859-FACD-D4DE-1F7D-984B3D431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96618-A940-45F8-AACE-2F2182D5C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462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676F70-83FF-B228-92CF-F5CA18BF1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F621-FD24-42BB-A4F7-AE2413BA206E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BBB73A-FC12-E052-3C1B-4E0746BA1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AA5E7-B148-CAF1-8CB2-C7109CBF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96618-A940-45F8-AACE-2F2182D5C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28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FE0B-6A5F-65E5-F84F-3BBC398E4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A1BA2-01CC-12C0-26D3-1B699F85F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B09CB-AC0D-0B8F-0E14-55FD089A6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3D3BD-FECA-AE49-774C-CAA5158E0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F621-FD24-42BB-A4F7-AE2413BA206E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5D970-67F9-0A99-A29E-F2330D858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5FB40-348D-3C8F-B9AB-41AB8F5AD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96618-A940-45F8-AACE-2F2182D5C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423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A2B7B-5C57-F16B-4074-E45A37547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994019-A885-678A-B8DF-1D57DABAAF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918CF-E51D-7747-EAFF-4C28EC70C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15C76-6C36-2C65-82C9-EC1C48BB9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F621-FD24-42BB-A4F7-AE2413BA206E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505A6-0D6B-F983-7994-03AFCCDE4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C3B33-B369-C345-EC17-962F7345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96618-A940-45F8-AACE-2F2182D5C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94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0EE97-98A2-E8CA-729E-5FBCED5B6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7D0110-6F63-DE4C-B13E-2C4AE25B4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617D3-6D86-9D5B-5CF7-30076667B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F621-FD24-42BB-A4F7-AE2413BA206E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97D0D-7285-E116-A082-ED311ED1D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2659C-2EBB-DD20-6F83-41C202DB3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96618-A940-45F8-AACE-2F2182D5C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717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0876BE-2873-9FDB-2570-6EA240B815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EA588A-99CB-B6CD-00F1-76455F178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D9343-1671-34D9-CD12-BA9160A8D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F621-FD24-42BB-A4F7-AE2413BA206E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2E41A-CBE5-1FA0-48B1-B993DAF56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4BDEB-33A6-86F8-FB46-F1A9F660B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96618-A940-45F8-AACE-2F2182D5C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156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7A6F4B-EA66-65A0-F7BC-34D18FDE4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334A3-1E02-D166-05F1-EDFF630A0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F704C-D4F2-09DD-67EA-7DAC6D98EF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B6F621-FD24-42BB-A4F7-AE2413BA206E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70056-102C-E690-50FD-7724FD9228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F6E4C-8FC0-D6DC-8075-FBA17E522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96618-A940-45F8-AACE-2F2182D5C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03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0990A-892B-667D-33D6-0618CE696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056F7C-6603-576E-D365-DB283BC494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0886" y="1825625"/>
            <a:ext cx="2870227" cy="4351338"/>
          </a:xfrm>
        </p:spPr>
      </p:pic>
    </p:spTree>
    <p:extLst>
      <p:ext uri="{BB962C8B-B14F-4D97-AF65-F5344CB8AC3E}">
        <p14:creationId xmlns:p14="http://schemas.microsoft.com/office/powerpoint/2010/main" val="196111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74CC2-1223-D0EE-98D7-E9652DF71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22C98D-EF14-8A39-BF1A-C27E53C88E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4312" y="2239169"/>
            <a:ext cx="4143375" cy="3524250"/>
          </a:xfrm>
        </p:spPr>
      </p:pic>
    </p:spTree>
    <p:extLst>
      <p:ext uri="{BB962C8B-B14F-4D97-AF65-F5344CB8AC3E}">
        <p14:creationId xmlns:p14="http://schemas.microsoft.com/office/powerpoint/2010/main" val="1781562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38862-CAD2-F5C6-D170-F79D5CB1B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B74873-25AB-ABA3-1733-CEE610D962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894593"/>
            <a:ext cx="10515600" cy="2213401"/>
          </a:xfrm>
        </p:spPr>
      </p:pic>
    </p:spTree>
    <p:extLst>
      <p:ext uri="{BB962C8B-B14F-4D97-AF65-F5344CB8AC3E}">
        <p14:creationId xmlns:p14="http://schemas.microsoft.com/office/powerpoint/2010/main" val="3858948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05C6B-3172-29C4-3D23-8C2963B10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42D7BC-1F04-6230-D863-AF576705B1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74678"/>
            <a:ext cx="10515600" cy="3453232"/>
          </a:xfrm>
        </p:spPr>
      </p:pic>
    </p:spTree>
    <p:extLst>
      <p:ext uri="{BB962C8B-B14F-4D97-AF65-F5344CB8AC3E}">
        <p14:creationId xmlns:p14="http://schemas.microsoft.com/office/powerpoint/2010/main" val="750192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E710D-7D58-934F-AA93-E92A2BF6A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58334B-0FAA-DD27-20AE-BBD9BE1055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13300"/>
            <a:ext cx="10515600" cy="3775987"/>
          </a:xfrm>
        </p:spPr>
      </p:pic>
    </p:spTree>
    <p:extLst>
      <p:ext uri="{BB962C8B-B14F-4D97-AF65-F5344CB8AC3E}">
        <p14:creationId xmlns:p14="http://schemas.microsoft.com/office/powerpoint/2010/main" val="2583309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ludo</dc:creator>
  <cp:lastModifiedBy>ludo</cp:lastModifiedBy>
  <cp:revision>1</cp:revision>
  <dcterms:created xsi:type="dcterms:W3CDTF">2024-09-22T10:06:32Z</dcterms:created>
  <dcterms:modified xsi:type="dcterms:W3CDTF">2024-09-22T10:09:19Z</dcterms:modified>
</cp:coreProperties>
</file>