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2" r:id="rId3"/>
    <p:sldId id="261" r:id="rId4"/>
    <p:sldId id="260" r:id="rId5"/>
    <p:sldId id="258" r:id="rId6"/>
    <p:sldId id="259" r:id="rId7"/>
    <p:sldId id="265" r:id="rId8"/>
    <p:sldId id="264" r:id="rId9"/>
    <p:sldId id="26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02E86-FB98-1651-84EC-1CD93988DE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82D360-5D69-0A6F-FCCE-B9B1255438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067D70-8D10-5BA1-3884-AF79B3F14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3765D-708C-428B-854F-992D4BDBFD07}" type="datetimeFigureOut">
              <a:rPr lang="en-US" smtClean="0"/>
              <a:t>10/2/2024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0F6C71-B0F6-C026-02C0-1DD354209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D297E6-EF91-C3F9-80EB-019C97328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92456-2375-4E62-BCD8-3A1546646A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4988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0417D-57CC-0E66-A81F-D64EF37FF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ED943C-E864-C90C-E5C6-7882226FA8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917CE0-64B4-6444-851C-C99330D61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3765D-708C-428B-854F-992D4BDBFD07}" type="datetimeFigureOut">
              <a:rPr lang="en-US" smtClean="0"/>
              <a:t>10/2/2024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CCEC0D-D8C0-48E0-9803-A1BACFC67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2D7EE7-F0D2-1444-ADC6-1F3CAD09D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92456-2375-4E62-BCD8-3A1546646A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4117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4760F-99E2-6FB3-B61D-2F7D97CE4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D9FDD6-261B-BCC3-81B1-E3C9D15EFB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EE4A73-6A03-194D-1C0D-D35569B9A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3765D-708C-428B-854F-992D4BDBFD07}" type="datetimeFigureOut">
              <a:rPr lang="en-US" smtClean="0"/>
              <a:t>10/2/2024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F92AA8-33EC-8D51-9F65-43D6239ED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DA3BAC-3E5E-723C-9F36-EB4F8D262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92456-2375-4E62-BCD8-3A1546646A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6951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CB7FB-7A86-0452-57B5-FCD63A87F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574C90-E663-91AD-2E29-11C3C0A8FF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171054-E298-A444-0EAF-E68F5B4B5D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032427-E46B-2ECA-8238-5CCCA0D80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3765D-708C-428B-854F-992D4BDBFD07}" type="datetimeFigureOut">
              <a:rPr lang="en-US" smtClean="0"/>
              <a:t>10/2/2024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3E00A5-0F6D-BE65-E4B7-547E66940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107A35-8FCE-4DE7-3DEF-AB497F65E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92456-2375-4E62-BCD8-3A1546646A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942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AE6E3-DE55-1B21-D0BD-D1275C964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264A5F-14C8-2D40-2344-C02C14DD40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B81E8A-815A-A50D-083C-A2072A1DC6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EEA1F9-20AC-52AC-2EB5-D733431093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6D7FE9-3154-221F-3ED0-622EC959F7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689308-11D5-D326-B14F-36D7E6609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3765D-708C-428B-854F-992D4BDBFD07}" type="datetimeFigureOut">
              <a:rPr lang="en-US" smtClean="0"/>
              <a:t>10/2/2024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F72D53F-C387-D445-0A51-A1FABB703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56BE4C-4F33-19E8-B370-F0F0DDED8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92456-2375-4E62-BCD8-3A1546646A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5480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8487B-8D34-D5D4-A6FA-12342EB51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9A6E74-6785-D9DE-274D-D3D7D27CB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3765D-708C-428B-854F-992D4BDBFD07}" type="datetimeFigureOut">
              <a:rPr lang="en-US" smtClean="0"/>
              <a:t>10/2/2024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1C070F-1329-FCD2-708F-C0372189E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503A8F-FFAE-6053-819B-F3453FEF0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92456-2375-4E62-BCD8-3A1546646A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9662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D935F1-8DA9-419E-BBCB-4A924CC68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3765D-708C-428B-854F-992D4BDBFD07}" type="datetimeFigureOut">
              <a:rPr lang="en-US" smtClean="0"/>
              <a:t>10/2/2024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183766-4547-60A5-9DCE-38068A766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3145F1-11F8-7113-2E80-0123841FB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92456-2375-4E62-BCD8-3A1546646A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7065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1CF7E-F040-C284-8E0E-AF3A46159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47876B-7EB2-2010-215D-8D3DF33A1D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3E1C69-9DD2-F357-35C9-A8EB4E7BB7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69A8C-466C-02F2-2AF1-A2CFA14C7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3765D-708C-428B-854F-992D4BDBFD07}" type="datetimeFigureOut">
              <a:rPr lang="en-US" smtClean="0"/>
              <a:t>10/2/2024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FF4459-085A-0D32-7C08-F0E648D8D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E71223-EC86-4AA9-78FE-932A71D48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92456-2375-4E62-BCD8-3A1546646A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1800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CBE43-D6A1-F866-2C78-66797BB38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F6E7B7-DC98-3C0A-2351-C6E4C121DE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566034-0C35-B058-2E49-ADA312C5DD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4156BC-824C-F67B-BEAE-B34CDCF00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3765D-708C-428B-854F-992D4BDBFD07}" type="datetimeFigureOut">
              <a:rPr lang="en-US" smtClean="0"/>
              <a:t>10/2/2024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0526AE-D46B-E9DE-77A7-603BECAAA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32F02F-EDED-6869-BBAF-5A698171E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92456-2375-4E62-BCD8-3A1546646A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013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F2D30-2BFE-4030-3D9D-6BC89807C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870C8B-3E14-ECF5-9D62-F979BEB3D8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BF90C3-7A66-46C3-D9AB-D9BF84CC5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3765D-708C-428B-854F-992D4BDBFD07}" type="datetimeFigureOut">
              <a:rPr lang="en-US" smtClean="0"/>
              <a:t>10/2/2024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A78250-4FB6-A985-D60F-84DF13E8F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C1C488-0DEF-2525-F278-2F376CC89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92456-2375-4E62-BCD8-3A1546646A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4010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6C0ED71-651F-A350-D4C7-9164ACD956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ADBC98-8080-9737-E2F6-FE6D5D6CAB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1AB608-3985-4FD2-0D21-0005C6B2F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3765D-708C-428B-854F-992D4BDBFD07}" type="datetimeFigureOut">
              <a:rPr lang="en-US" smtClean="0"/>
              <a:t>10/2/2024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1727-E009-43FC-C39E-A8EC168F6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96FDD5-70C9-5AF2-F100-B5CA6F6CB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92456-2375-4E62-BCD8-3A1546646A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063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CC3042-9A3A-F042-7938-B44F47792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CC2963-F3CD-A9BF-F437-64E8DF1D11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903F9C-6193-62FB-728C-949DE3BA11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A3765D-708C-428B-854F-992D4BDBFD07}" type="datetimeFigureOut">
              <a:rPr lang="en-US" smtClean="0"/>
              <a:t>10/2/2024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9F131A-C7B9-48C7-B599-8D5E7967AB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AC33CE-51DD-AD67-1AE3-A718038371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792456-2375-4E62-BCD8-3A1546646A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5725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70D9E-A277-191B-9DA4-FFA973851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4C831FE-C9B8-9C9C-5B42-71A91498C1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01605" y="1825625"/>
            <a:ext cx="5788790" cy="4351338"/>
          </a:xfrm>
        </p:spPr>
      </p:pic>
    </p:spTree>
    <p:extLst>
      <p:ext uri="{BB962C8B-B14F-4D97-AF65-F5344CB8AC3E}">
        <p14:creationId xmlns:p14="http://schemas.microsoft.com/office/powerpoint/2010/main" val="36489716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E2EC7-146A-A80A-FC58-36E43979E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F122658-87BB-698E-EB5F-AC8D1C5CED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93232" y="1825625"/>
            <a:ext cx="4005536" cy="4351338"/>
          </a:xfrm>
        </p:spPr>
      </p:pic>
    </p:spTree>
    <p:extLst>
      <p:ext uri="{BB962C8B-B14F-4D97-AF65-F5344CB8AC3E}">
        <p14:creationId xmlns:p14="http://schemas.microsoft.com/office/powerpoint/2010/main" val="3028075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7FD3B-72EC-D4E5-82B8-B6A571F97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257D521-D2AB-A9CF-33E0-7F5432E23A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71900" y="2977356"/>
            <a:ext cx="4648200" cy="2047875"/>
          </a:xfrm>
        </p:spPr>
      </p:pic>
    </p:spTree>
    <p:extLst>
      <p:ext uri="{BB962C8B-B14F-4D97-AF65-F5344CB8AC3E}">
        <p14:creationId xmlns:p14="http://schemas.microsoft.com/office/powerpoint/2010/main" val="8025403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3CDF7-F7ED-0D26-8EE5-AEC6419A2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1DC9F2E-6810-ECE9-33A5-23FF83C62F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19497" y="1825625"/>
            <a:ext cx="6753006" cy="4351338"/>
          </a:xfrm>
        </p:spPr>
      </p:pic>
    </p:spTree>
    <p:extLst>
      <p:ext uri="{BB962C8B-B14F-4D97-AF65-F5344CB8AC3E}">
        <p14:creationId xmlns:p14="http://schemas.microsoft.com/office/powerpoint/2010/main" val="10178005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95AAB-ABAC-E3C2-B954-6E7B928F80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DEB59FF-1B73-F828-0DC4-0C74090B44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81112" y="2467769"/>
            <a:ext cx="9629775" cy="3067050"/>
          </a:xfrm>
        </p:spPr>
      </p:pic>
    </p:spTree>
    <p:extLst>
      <p:ext uri="{BB962C8B-B14F-4D97-AF65-F5344CB8AC3E}">
        <p14:creationId xmlns:p14="http://schemas.microsoft.com/office/powerpoint/2010/main" val="7423713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13B30-C091-C170-B65A-36CD81B17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3ECCB74-2244-C4A2-3A82-1CF0A7537E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00187" y="1881981"/>
            <a:ext cx="9191625" cy="4238625"/>
          </a:xfrm>
        </p:spPr>
      </p:pic>
    </p:spTree>
    <p:extLst>
      <p:ext uri="{BB962C8B-B14F-4D97-AF65-F5344CB8AC3E}">
        <p14:creationId xmlns:p14="http://schemas.microsoft.com/office/powerpoint/2010/main" val="259422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E8552-72AD-746B-4955-96E12A0C7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7D823FB-6AD9-6535-1BA8-D4936D447C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2025" y="2343944"/>
            <a:ext cx="10267950" cy="3314700"/>
          </a:xfrm>
        </p:spPr>
      </p:pic>
    </p:spTree>
    <p:extLst>
      <p:ext uri="{BB962C8B-B14F-4D97-AF65-F5344CB8AC3E}">
        <p14:creationId xmlns:p14="http://schemas.microsoft.com/office/powerpoint/2010/main" val="516699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C3617-C9DB-8B7E-B2E0-D124514B8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5B93512-3B8C-C7DD-1E7B-55189BFE86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81075" y="2543969"/>
            <a:ext cx="10229850" cy="2914650"/>
          </a:xfrm>
        </p:spPr>
      </p:pic>
    </p:spTree>
    <p:extLst>
      <p:ext uri="{BB962C8B-B14F-4D97-AF65-F5344CB8AC3E}">
        <p14:creationId xmlns:p14="http://schemas.microsoft.com/office/powerpoint/2010/main" val="26353287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658DE-A4CB-5CB4-BD75-95757F60E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3EF34F6-3305-CA63-65CF-325D22C506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76425" y="2548731"/>
            <a:ext cx="8439150" cy="2905125"/>
          </a:xfrm>
        </p:spPr>
      </p:pic>
    </p:spTree>
    <p:extLst>
      <p:ext uri="{BB962C8B-B14F-4D97-AF65-F5344CB8AC3E}">
        <p14:creationId xmlns:p14="http://schemas.microsoft.com/office/powerpoint/2010/main" val="35450677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lucorsi74@hotmail.com</dc:creator>
  <cp:lastModifiedBy>lucorsi74@hotmail.com</cp:lastModifiedBy>
  <cp:revision>1</cp:revision>
  <dcterms:created xsi:type="dcterms:W3CDTF">2024-10-02T02:48:55Z</dcterms:created>
  <dcterms:modified xsi:type="dcterms:W3CDTF">2024-10-02T02:58:26Z</dcterms:modified>
</cp:coreProperties>
</file>