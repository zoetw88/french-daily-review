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61" r:id="rId5"/>
    <p:sldId id="260" r:id="rId6"/>
    <p:sldId id="259" r:id="rId7"/>
    <p:sldId id="265" r:id="rId8"/>
    <p:sldId id="264" r:id="rId9"/>
    <p:sldId id="266" r:id="rId10"/>
    <p:sldId id="263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90A1-7BAC-460E-F265-E7120FEEF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A4729-7B87-398B-8050-A3BD42E44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82E23-98CD-8A72-9C25-534768F2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46ADB-2740-45F0-2182-106380D3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80449-A44B-6480-9443-0F3CF8D0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5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13AA5-2A9F-3325-4DA8-FC3A63BC9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89D07-56A2-36E3-0797-FE2DCFE99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7DF3C-540B-658E-D67F-374DF94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E134B-2653-F01F-AF71-FBD85E2D6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E6159-4962-CCB0-0F2D-7E1D6649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0847-8D10-8DE1-E619-110061B2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C14C1-362E-2305-1DF1-510B7530A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371E4-B5D8-A5A7-6896-D7B43513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A8479-5ED7-32CD-10FC-4E605056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9640-9714-66C8-6383-D6B56483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71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839B-D320-B6F0-0CB4-931BDD41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010B5-16F5-FAA8-E91D-9BE2A7C99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6B5F8-70F6-4920-7640-FAD24D812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3411A-6B3B-8D20-BAE3-28268E97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37E5A-E37C-345C-3320-C84CD8E1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04D6D-783D-6C45-F730-FB7241B1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8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445B-695C-B016-E5F0-65207424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983B9-2F58-57B6-1C63-CEB149B36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545FA-8718-1A99-D69C-72413B876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F3642-5480-7525-4098-1EB21CD3C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96B16-6B17-3F80-7511-9FB9FF74E9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86CC7-505A-820B-B024-D9F83E60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360A0-711B-7491-9F01-96C5259E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39BB4-F200-E531-32CF-193277AA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00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316E-8A66-4EA5-9001-7546B446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D327D4-5F05-D6EE-B334-A3C473295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9FE21-AC13-8778-07BA-D22A7ED34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D4A3C2-AEBD-84DD-7D45-163CCE75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5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4374F-9339-49D7-07C4-97E9F30A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1A7BC-B46A-96CD-3D47-342AD688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D07C4-A9D5-F265-E031-6DA610F2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3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687A-642C-9D42-E3CC-114F0A1F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7843-A7F8-3CE4-CB9C-A403F9FBC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E967B-84B6-158F-A109-55B815568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FFDA8C-9004-1B6A-1A01-2AA8C908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CEF72-C1F3-2C14-1CA9-AC319619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9AD73-82D4-365E-1DC6-99B3D1F7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076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6BF2-8BBA-6881-5FAE-5B174CB1C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A05C3-CD95-D2B9-142A-6C02800D2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AED3E-7203-7258-8171-83B5C79C5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259C0-2CB3-282A-6471-09B1164C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321E2-1980-6376-86F6-9152E928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75957-7C3A-6B25-5993-1F869D9E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04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4239-731D-A080-0AD2-F5C46D1B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F7484-BD02-79CC-50E9-DCB6026AF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7AD6C-667D-61EA-B5E9-B1E37514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1D6E7-C1AF-48CC-1FC0-3CB37746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D006-174E-F005-98C0-F8A96DD7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08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EF58EE-0708-9E77-279C-D90E40F8E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6C0EE-5159-9264-D8F3-C1A08CADB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290AC-02BD-85DC-6059-B931A5300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09CC-E167-5ADC-F5DD-E5A21FBE8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C5F25-CF61-E899-7607-6B6AAF67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1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78539-3167-7901-6471-3450B8A4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4C198-7EC5-1EE7-7158-DEE2E24F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81A46-3A07-E0F8-E2EC-27634AD7D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FA68A-AC12-4AF3-8431-F71B0BABF3DD}" type="datetimeFigureOut">
              <a:rPr lang="en-US" smtClean="0"/>
              <a:t>9/28/2024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09458-C46B-9765-73D0-F8D3869E7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B86BF-5B45-6953-CA65-887C28E4A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CC949-8E10-44F1-9B52-507B6F345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7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D5F5-D800-FA4B-54A8-00D4448D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92F07B-336C-7B6B-B4BE-D81677934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7405" y="1825625"/>
            <a:ext cx="6597189" cy="4351338"/>
          </a:xfrm>
        </p:spPr>
      </p:pic>
    </p:spTree>
    <p:extLst>
      <p:ext uri="{BB962C8B-B14F-4D97-AF65-F5344CB8AC3E}">
        <p14:creationId xmlns:p14="http://schemas.microsoft.com/office/powerpoint/2010/main" val="982117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D4BB7-17A0-E03D-0222-73966F031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B951E-5112-79AA-6628-450CFE0F7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9499" y="1825625"/>
            <a:ext cx="2713001" cy="4351338"/>
          </a:xfrm>
        </p:spPr>
      </p:pic>
    </p:spTree>
    <p:extLst>
      <p:ext uri="{BB962C8B-B14F-4D97-AF65-F5344CB8AC3E}">
        <p14:creationId xmlns:p14="http://schemas.microsoft.com/office/powerpoint/2010/main" val="404251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D62B-AF84-3F06-4D8E-8C7AAF59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6A2F4-B4EF-90E4-78C6-CA46F5D85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20310" y="1825625"/>
            <a:ext cx="3751380" cy="4351338"/>
          </a:xfrm>
        </p:spPr>
      </p:pic>
    </p:spTree>
    <p:extLst>
      <p:ext uri="{BB962C8B-B14F-4D97-AF65-F5344CB8AC3E}">
        <p14:creationId xmlns:p14="http://schemas.microsoft.com/office/powerpoint/2010/main" val="4221296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9BDF-1429-C83B-3251-51CC0B27E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54F573-24A3-515B-C55A-D50CF44EE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18519" y="1825625"/>
            <a:ext cx="3754961" cy="4351338"/>
          </a:xfrm>
        </p:spPr>
      </p:pic>
    </p:spTree>
    <p:extLst>
      <p:ext uri="{BB962C8B-B14F-4D97-AF65-F5344CB8AC3E}">
        <p14:creationId xmlns:p14="http://schemas.microsoft.com/office/powerpoint/2010/main" val="3324826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79587-0A65-5CCE-1447-E9B5096B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684A0-DA23-2DEF-E02C-A33985995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4212" y="1862931"/>
            <a:ext cx="5743575" cy="4276725"/>
          </a:xfrm>
        </p:spPr>
      </p:pic>
    </p:spTree>
    <p:extLst>
      <p:ext uri="{BB962C8B-B14F-4D97-AF65-F5344CB8AC3E}">
        <p14:creationId xmlns:p14="http://schemas.microsoft.com/office/powerpoint/2010/main" val="3675938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5754-C6AC-F81A-A969-F3FC2A2B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310DC-2458-DB3B-D443-010C1933D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3246"/>
            <a:ext cx="10515600" cy="3136095"/>
          </a:xfrm>
        </p:spPr>
      </p:pic>
    </p:spTree>
    <p:extLst>
      <p:ext uri="{BB962C8B-B14F-4D97-AF65-F5344CB8AC3E}">
        <p14:creationId xmlns:p14="http://schemas.microsoft.com/office/powerpoint/2010/main" val="4228343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E6A5A-0473-D7E2-CABC-F6985D98D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59A4A-FB7A-98B1-CD65-2312B9C6D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736" y="1825625"/>
            <a:ext cx="9274528" cy="4351338"/>
          </a:xfrm>
        </p:spPr>
      </p:pic>
    </p:spTree>
    <p:extLst>
      <p:ext uri="{BB962C8B-B14F-4D97-AF65-F5344CB8AC3E}">
        <p14:creationId xmlns:p14="http://schemas.microsoft.com/office/powerpoint/2010/main" val="519403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AEF0-2F6B-0B6E-BF1C-31FFF251F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ECDA5-EC24-0221-EA7F-098A465A9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233" y="1825625"/>
            <a:ext cx="9179534" cy="4351338"/>
          </a:xfrm>
        </p:spPr>
      </p:pic>
    </p:spTree>
    <p:extLst>
      <p:ext uri="{BB962C8B-B14F-4D97-AF65-F5344CB8AC3E}">
        <p14:creationId xmlns:p14="http://schemas.microsoft.com/office/powerpoint/2010/main" val="327206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62A24-45E8-9D86-E6C2-FC6ECF408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8A1206-FBF7-291F-D9A6-475B4D018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4248" y="1825625"/>
            <a:ext cx="9483503" cy="4351338"/>
          </a:xfrm>
        </p:spPr>
      </p:pic>
    </p:spTree>
    <p:extLst>
      <p:ext uri="{BB962C8B-B14F-4D97-AF65-F5344CB8AC3E}">
        <p14:creationId xmlns:p14="http://schemas.microsoft.com/office/powerpoint/2010/main" val="3575910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BF1D-B95F-77BA-EBF8-F614312C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B50AE-2B1E-B9EB-62BA-5EA1DBEEE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1608"/>
            <a:ext cx="10515600" cy="2879371"/>
          </a:xfrm>
        </p:spPr>
      </p:pic>
    </p:spTree>
    <p:extLst>
      <p:ext uri="{BB962C8B-B14F-4D97-AF65-F5344CB8AC3E}">
        <p14:creationId xmlns:p14="http://schemas.microsoft.com/office/powerpoint/2010/main" val="1539704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5231-6513-7A88-F227-A7941F10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EE367E-4AEB-92CE-0318-9677E4B46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4765" y="1825625"/>
            <a:ext cx="9442470" cy="4351338"/>
          </a:xfrm>
        </p:spPr>
      </p:pic>
    </p:spTree>
    <p:extLst>
      <p:ext uri="{BB962C8B-B14F-4D97-AF65-F5344CB8AC3E}">
        <p14:creationId xmlns:p14="http://schemas.microsoft.com/office/powerpoint/2010/main" val="4220905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lucorsi74@hotmail.com</dc:creator>
  <cp:lastModifiedBy>lucorsi74@hotmail.com</cp:lastModifiedBy>
  <cp:revision>1</cp:revision>
  <dcterms:created xsi:type="dcterms:W3CDTF">2024-09-28T10:01:13Z</dcterms:created>
  <dcterms:modified xsi:type="dcterms:W3CDTF">2024-09-28T10:06:07Z</dcterms:modified>
</cp:coreProperties>
</file>