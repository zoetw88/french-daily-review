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9BFC-42CE-EDD8-CA26-49F4D42A1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FB361-3DEC-379A-2102-4B7AA0ADC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49D8B-B474-A053-07CD-582338F62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A370F-ACCA-5747-8573-CDB76C4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BF158-880C-C959-82BD-D57D8F5D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A7F6E-EF2E-1A52-920E-8BC7C10A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10F5E-D772-16E2-E9F7-F9AEB4090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D604-35D2-892C-671E-F22338C9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AA263-7DF3-8F71-9889-C52AA782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9CB0-A216-5348-27A6-4C24B044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57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527E-A6CB-A4BA-E0B9-567E74D8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1C631-B739-C985-B245-8D116ADF3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546C-E9FD-07D5-D13F-2A5D7B06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4BA03-510A-3D76-18B0-5FC8A432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7F8CE-4ED7-5037-0772-7547D6E8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27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F9C0-B46C-855B-21F7-81A69BC1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A442-95DB-991B-F18D-D740B9F1B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B724B-DD0F-5FEC-71D4-3A6522EF6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70CD0-EB81-2053-D941-FE46741E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41B3A-99C3-BCFD-1E9A-1591BB62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68B3E-143F-B6BE-509D-FB977B5B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6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BE95-60F8-0883-F66C-44772536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AF977-E508-5181-0181-C13DF84D8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3C346-3626-3E2F-41FF-6F407A21B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544A71-6020-6949-08A2-790679233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2D47B-339D-42BE-F93E-7DFFB24BF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23E55-9B42-3976-0EDE-FFBD76FD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8D474C-028B-9520-84C5-30E87CDE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1E22D6-4336-9B1A-F319-0D6A8C11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5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5C64-03DF-7FDB-F47F-93B95C7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F9148-896F-4887-D9C4-99FBDEE5A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E23F1-63BC-CCC3-3153-B6DBCD5B3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6348E-DC78-E26D-D481-DA1C2E17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96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B4D17-4CD9-6EFD-59E1-020F91F93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4A955-926D-99C6-5359-6B1A020A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960EC-D875-A500-34A2-C46AC48B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9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73EC-5B31-CBF6-A8F1-6A0BB7A2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BE34-B553-8858-DDD9-1919984B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80E0F-6510-1D86-7035-8C69832D5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3EC68-5111-A0CD-376D-705471F8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C2DB7-3C67-AFE8-99DE-BD31ED65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94DE0-10C5-5606-B5D2-2FFA5468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8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999B-0B64-E795-7F22-76F5FB3D1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E3C88-E382-C17C-013D-6A3F49D27E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86011-875C-FCDF-03B4-8FEED9E40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5B4F6-13A7-97B1-D871-672E8BD1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DE663-E88C-8C81-2B33-313BB644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1990E-05C4-8D7A-F9F2-B0BD1B04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0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FBCB-CF4D-3787-1BBD-F1586B6C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9F6A0-4FAF-9A13-F7B0-24ABF67C2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DC695-E7A9-1BA2-EC61-D13F66CF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EFE5B-64B1-59F0-3960-4B79B85A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DEB57-3AF2-2DC4-95CD-17AAB958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7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C2A3A-A6F9-B326-7655-D1950F538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B70D5-BCB2-D75B-FBF9-C5EA4A906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ABC14-EE1A-BBC8-3B28-3A26B51C0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BDFF9-D5DA-B1FD-F38D-C559E89E5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F6F6-B44D-12DF-0BF0-240996FE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8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0129A-D96A-9EF6-DEA5-5545A91B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CA144-E859-CFBC-CF0A-A0ADD6DE5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2C98-71A6-A85D-18A9-4A8E2D86E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3DA99-FD6E-41CF-8934-C6918D2533B7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EC38B-F29C-860D-1DE2-F5BA0EFE9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BD465-0ECA-2A22-039D-05412B516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7808E-A4E9-4710-B886-3E47B2FF6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9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E9E7-528A-1585-421E-08BCE0A1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80FB7B-4863-FE6B-69FF-B642A540D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2400" y="1825625"/>
            <a:ext cx="7787199" cy="4351338"/>
          </a:xfrm>
        </p:spPr>
      </p:pic>
    </p:spTree>
    <p:extLst>
      <p:ext uri="{BB962C8B-B14F-4D97-AF65-F5344CB8AC3E}">
        <p14:creationId xmlns:p14="http://schemas.microsoft.com/office/powerpoint/2010/main" val="1230519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D22F4-4397-C307-F41D-B3EB86D5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6FF34-B261-9541-EFCB-5149C45CA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586" y="1825625"/>
            <a:ext cx="6288828" cy="4351338"/>
          </a:xfrm>
        </p:spPr>
      </p:pic>
    </p:spTree>
    <p:extLst>
      <p:ext uri="{BB962C8B-B14F-4D97-AF65-F5344CB8AC3E}">
        <p14:creationId xmlns:p14="http://schemas.microsoft.com/office/powerpoint/2010/main" val="4094141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1EB6-CD30-369E-9BDA-2346C476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522B8A-D802-B678-2733-74E5280CD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75210"/>
            <a:ext cx="10515600" cy="3652168"/>
          </a:xfrm>
        </p:spPr>
      </p:pic>
    </p:spTree>
    <p:extLst>
      <p:ext uri="{BB962C8B-B14F-4D97-AF65-F5344CB8AC3E}">
        <p14:creationId xmlns:p14="http://schemas.microsoft.com/office/powerpoint/2010/main" val="118526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52A2-2CD1-081C-AB42-538F396A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BFCEBE-B350-E717-BC05-FD24C8B5C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4342"/>
            <a:ext cx="10515600" cy="4273904"/>
          </a:xfrm>
        </p:spPr>
      </p:pic>
    </p:spTree>
    <p:extLst>
      <p:ext uri="{BB962C8B-B14F-4D97-AF65-F5344CB8AC3E}">
        <p14:creationId xmlns:p14="http://schemas.microsoft.com/office/powerpoint/2010/main" val="3859682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A6B7-CF67-E84B-15DD-E19B2BC6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1F476F-DFDD-4D9B-8BA6-D5D129A2F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38313"/>
            <a:ext cx="10515600" cy="2525961"/>
          </a:xfrm>
        </p:spPr>
      </p:pic>
    </p:spTree>
    <p:extLst>
      <p:ext uri="{BB962C8B-B14F-4D97-AF65-F5344CB8AC3E}">
        <p14:creationId xmlns:p14="http://schemas.microsoft.com/office/powerpoint/2010/main" val="3352858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4D10C-F113-6FE3-77FA-B49452E4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E449DD-5B4B-76D2-CF28-8BD132284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36979"/>
            <a:ext cx="10515600" cy="2728630"/>
          </a:xfrm>
        </p:spPr>
      </p:pic>
    </p:spTree>
    <p:extLst>
      <p:ext uri="{BB962C8B-B14F-4D97-AF65-F5344CB8AC3E}">
        <p14:creationId xmlns:p14="http://schemas.microsoft.com/office/powerpoint/2010/main" val="988391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A0AD-5361-A321-9338-E164A043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24B111-999E-9AFC-2E80-1BF684468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97429"/>
            <a:ext cx="10515600" cy="1807729"/>
          </a:xfrm>
        </p:spPr>
      </p:pic>
    </p:spTree>
    <p:extLst>
      <p:ext uri="{BB962C8B-B14F-4D97-AF65-F5344CB8AC3E}">
        <p14:creationId xmlns:p14="http://schemas.microsoft.com/office/powerpoint/2010/main" val="3913878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lucorsi74@hotmail.com</dc:creator>
  <cp:lastModifiedBy>lucorsi74@hotmail.com</cp:lastModifiedBy>
  <cp:revision>1</cp:revision>
  <dcterms:created xsi:type="dcterms:W3CDTF">2024-11-22T04:03:38Z</dcterms:created>
  <dcterms:modified xsi:type="dcterms:W3CDTF">2024-11-22T04:03:57Z</dcterms:modified>
</cp:coreProperties>
</file>