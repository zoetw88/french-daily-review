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3" r:id="rId4"/>
    <p:sldId id="262" r:id="rId5"/>
    <p:sldId id="260" r:id="rId6"/>
    <p:sldId id="259" r:id="rId7"/>
    <p:sldId id="258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CC05-2ABC-A028-D4EF-134D443F66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AD81B7-7B78-FEF0-B327-226CC425D2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9C3D7-D368-9E4E-1655-EC843ED09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1427-F4A5-482E-8A30-26568FC773A9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90CC2-CCB1-0F26-6D09-93109AC88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F5920-A453-4F75-86AA-F631AF64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5199-C38D-4997-8482-F78FEF986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158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621DC-F038-BD63-5FF9-882C90BA0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A47F8-9143-AB9A-E97F-0E16AD186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9ED5B-6976-7D50-3940-191294F1C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1427-F4A5-482E-8A30-26568FC773A9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93CD6-90A6-0587-C92A-1A73248E6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3A548-AC4B-BD62-C911-8BFF8590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5199-C38D-4997-8482-F78FEF986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590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F159-809F-8AF4-1571-048F3FE2F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4220D-E083-AABD-E24E-B586FF85D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896B4-7908-5A18-3A0F-37F651721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1427-F4A5-482E-8A30-26568FC773A9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3D7EF-E0E1-E379-3238-DDEEF8A43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C862C-EE25-4DC5-4CE8-F136C4895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5199-C38D-4997-8482-F78FEF986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6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C1EDD-1E52-9567-2C08-7746C1A81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91D7B-41BC-173D-8883-8D9B99647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3267DA-D101-EED6-E618-FB4D5AD98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10B4E-C27C-64DB-C387-9A1F8B09D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1427-F4A5-482E-8A30-26568FC773A9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2B33C-2ECF-19B2-E937-A151314AB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4ABA0-6803-732A-6E8A-3177D0ABE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5199-C38D-4997-8482-F78FEF986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771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AE30C-7076-146A-E6A9-7595E5CC4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67B01-741B-04DE-A6F5-4A620759C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E4333-E6C5-FA29-DFCF-6AD46F727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45484-738A-F63F-A8E9-614FBC76EB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756288-6D63-72D2-4214-A3788D607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B8CBC9-E7B1-3A30-08F6-0A2558772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1427-F4A5-482E-8A30-26568FC773A9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2EDEA4-A2D3-9259-6DCA-4EB26F698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A57DFB-1313-E036-9B7B-AC03B7D4B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5199-C38D-4997-8482-F78FEF986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75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B15AD-D389-88B2-31FF-3C7BC474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DB2313-B86D-998F-D133-6597D1E69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1427-F4A5-482E-8A30-26568FC773A9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CF7FC1-3578-9B94-FA72-686E457FE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EDC15-63FF-F238-5206-A44C8E306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5199-C38D-4997-8482-F78FEF986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5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37DFDE-7DE7-BE49-4445-487BCF15C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1427-F4A5-482E-8A30-26568FC773A9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D4FE8E-A94E-3A07-7AFD-F4D35EC98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2B8EC-4BD9-E7FB-4FC1-79BB1228B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5199-C38D-4997-8482-F78FEF986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268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4FC09-D4A5-8F73-1007-65BE1F14C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DB0E3-E63B-C1C7-1421-6084275EB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A7DDF-A438-A958-F714-61A7304AD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E3660-6743-68C9-6C93-7444F3876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1427-F4A5-482E-8A30-26568FC773A9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9B14C8-2FE4-B5DB-958A-BFA43DF0C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2E5C2-7F13-FF0E-2B7B-E14494420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5199-C38D-4997-8482-F78FEF986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3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3766D-E945-894D-5025-52E7DCE71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7C5FDD-AFB5-C062-CE8A-9E49A28BC5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2617D-22E7-3F15-55EB-CED357A56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321D1-CED5-C884-EEC0-55BEFAA68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1427-F4A5-482E-8A30-26568FC773A9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F0191-B471-78B6-432D-B099881C8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C32C8E-FA5B-DF3F-045C-FE5CD9A15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5199-C38D-4997-8482-F78FEF986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274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3C660-BE25-2491-2612-0EBECAD07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26D89-1540-C258-7906-F7F1D90E9D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FA234-C300-88CE-82B7-D9650566A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1427-F4A5-482E-8A30-26568FC773A9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CC1A9-953B-FE1F-BD10-2A41BED8F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AB872-A26C-02C9-FEA5-6856B761A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5199-C38D-4997-8482-F78FEF986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374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7DBEE5-C8FA-A0FB-CA09-D63296F3F4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1B686B-0CDE-7A08-AD92-8A4FC09C2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A3C63-2F6F-3253-80C3-2698D1C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1427-F4A5-482E-8A30-26568FC773A9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B43BD-8955-71B3-F864-D505BC510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4E5E6-57D5-F34B-EADA-D986DB6AF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5199-C38D-4997-8482-F78FEF986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55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82F105-63B7-C84D-3319-30D40CD17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D6B22-2B34-2CDF-EAEB-A78067790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886AB-5F79-6368-B05F-81AA985140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31427-F4A5-482E-8A30-26568FC773A9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B2D58-315C-E359-88A2-AFF9B273E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B3AA7-887A-1F37-FF9C-719AABC496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B5199-C38D-4997-8482-F78FEF986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35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0DC7C-0262-4E64-1B3A-463414A1D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20F1CA-C65D-E447-FACC-715502D6E9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7860" y="1825625"/>
            <a:ext cx="5316279" cy="4351338"/>
          </a:xfrm>
        </p:spPr>
      </p:pic>
    </p:spTree>
    <p:extLst>
      <p:ext uri="{BB962C8B-B14F-4D97-AF65-F5344CB8AC3E}">
        <p14:creationId xmlns:p14="http://schemas.microsoft.com/office/powerpoint/2010/main" val="4287084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1DC44-ADB3-DF41-33B7-816BC98D2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51AE0E-F940-B2E8-2CD5-6C5B94C22F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24940" y="1825625"/>
            <a:ext cx="3342120" cy="4351338"/>
          </a:xfrm>
        </p:spPr>
      </p:pic>
    </p:spTree>
    <p:extLst>
      <p:ext uri="{BB962C8B-B14F-4D97-AF65-F5344CB8AC3E}">
        <p14:creationId xmlns:p14="http://schemas.microsoft.com/office/powerpoint/2010/main" val="4263804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89866-78EE-9D06-36E1-C0B23591C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58EE8E-1142-3660-7C62-1FCC70FAF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4725" y="1991519"/>
            <a:ext cx="5162550" cy="4019550"/>
          </a:xfrm>
        </p:spPr>
      </p:pic>
    </p:spTree>
    <p:extLst>
      <p:ext uri="{BB962C8B-B14F-4D97-AF65-F5344CB8AC3E}">
        <p14:creationId xmlns:p14="http://schemas.microsoft.com/office/powerpoint/2010/main" val="3487632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A1A65-1580-7C81-5C49-D7434AD61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C5447F-5D7B-CCEA-74A1-855B1277E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9237" y="2405856"/>
            <a:ext cx="9153525" cy="3190875"/>
          </a:xfrm>
        </p:spPr>
      </p:pic>
    </p:spTree>
    <p:extLst>
      <p:ext uri="{BB962C8B-B14F-4D97-AF65-F5344CB8AC3E}">
        <p14:creationId xmlns:p14="http://schemas.microsoft.com/office/powerpoint/2010/main" val="1692342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B423E-C7D7-D392-0CB7-0352B7F0E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7242C5-67D1-69D5-6335-12F56F1B83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01653"/>
            <a:ext cx="10515600" cy="3199281"/>
          </a:xfrm>
        </p:spPr>
      </p:pic>
    </p:spTree>
    <p:extLst>
      <p:ext uri="{BB962C8B-B14F-4D97-AF65-F5344CB8AC3E}">
        <p14:creationId xmlns:p14="http://schemas.microsoft.com/office/powerpoint/2010/main" val="1848681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9A4F9-9E81-E2FF-BEA8-284DAA81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137B91-C487-8D02-3068-411140FD2B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17238"/>
            <a:ext cx="10515600" cy="2768112"/>
          </a:xfrm>
        </p:spPr>
      </p:pic>
    </p:spTree>
    <p:extLst>
      <p:ext uri="{BB962C8B-B14F-4D97-AF65-F5344CB8AC3E}">
        <p14:creationId xmlns:p14="http://schemas.microsoft.com/office/powerpoint/2010/main" val="749223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0F0BA-9D9C-F4BB-9B81-0EB9644EC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03BAE9-328B-1C4E-84C7-FCD8DA3F1F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37039"/>
            <a:ext cx="10515600" cy="3328510"/>
          </a:xfrm>
        </p:spPr>
      </p:pic>
    </p:spTree>
    <p:extLst>
      <p:ext uri="{BB962C8B-B14F-4D97-AF65-F5344CB8AC3E}">
        <p14:creationId xmlns:p14="http://schemas.microsoft.com/office/powerpoint/2010/main" val="352467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AB79F-61E6-A9D0-8E89-442F5BDD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19733D-5BE3-4091-1F20-F459646A89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67589"/>
            <a:ext cx="10515600" cy="3067410"/>
          </a:xfrm>
        </p:spPr>
      </p:pic>
    </p:spTree>
    <p:extLst>
      <p:ext uri="{BB962C8B-B14F-4D97-AF65-F5344CB8AC3E}">
        <p14:creationId xmlns:p14="http://schemas.microsoft.com/office/powerpoint/2010/main" val="1658690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65A1B-51A6-60A7-DEAD-2B86DC820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F1EE07-3AEE-109B-DAEF-BEE1E7551A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00527"/>
            <a:ext cx="10515600" cy="3801533"/>
          </a:xfrm>
        </p:spPr>
      </p:pic>
    </p:spTree>
    <p:extLst>
      <p:ext uri="{BB962C8B-B14F-4D97-AF65-F5344CB8AC3E}">
        <p14:creationId xmlns:p14="http://schemas.microsoft.com/office/powerpoint/2010/main" val="2357316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3AACA-B306-0620-B1AE-CD9DE6846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EE6F12-E726-A0FF-3C6B-A382CAC5E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3464"/>
            <a:ext cx="10515600" cy="4275660"/>
          </a:xfrm>
        </p:spPr>
      </p:pic>
    </p:spTree>
    <p:extLst>
      <p:ext uri="{BB962C8B-B14F-4D97-AF65-F5344CB8AC3E}">
        <p14:creationId xmlns:p14="http://schemas.microsoft.com/office/powerpoint/2010/main" val="2631668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ludo</dc:creator>
  <cp:lastModifiedBy>ludo</cp:lastModifiedBy>
  <cp:revision>1</cp:revision>
  <dcterms:created xsi:type="dcterms:W3CDTF">2024-09-21T10:01:25Z</dcterms:created>
  <dcterms:modified xsi:type="dcterms:W3CDTF">2024-09-21T10:12:07Z</dcterms:modified>
</cp:coreProperties>
</file>