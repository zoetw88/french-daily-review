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61" r:id="rId5"/>
    <p:sldId id="260" r:id="rId6"/>
    <p:sldId id="259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F71AD-7A5E-7641-F652-FAD410C70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8EF482-D95A-66C2-5E38-D687EDE37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B14E5-BA4A-A8C7-B507-CF9D0C479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E553-A389-4208-BF8E-BDC73B25BDB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CC8CF-E059-6CA7-4AAB-C0F466D5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6DDF4-734B-7662-FC38-22F209C45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FC902-E173-4F09-B280-EF5FA80BA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31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2FF34-F5D6-BCD3-55B6-22D202700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607F4-C912-EDC5-6928-0EA2B9F41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A8AE2-127D-68F0-D445-FD0959BAF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E553-A389-4208-BF8E-BDC73B25BDB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CC915-6875-B0AD-8AC1-3D8215B7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15B25-644B-BA41-725F-FCB15CD29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FC902-E173-4F09-B280-EF5FA80BA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59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A75B0-349A-30D0-01C3-DEBB7C828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5CADF-DA2D-1ABC-71EA-0507D0035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26175-2F3B-945D-205C-B23C63F13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E553-A389-4208-BF8E-BDC73B25BDB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50459-A159-5518-DF8C-44C3DFCF7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537DB-480C-F596-4B75-BF48CD47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FC902-E173-4F09-B280-EF5FA80BA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C40C0-9E62-1F2B-739D-8F566A0B1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5C73E-1A84-4ED4-65B1-4EA69FD86A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FF990-8CC5-6098-A85C-D82FC5BF6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F3EAD-A70F-3864-36CC-562C7609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E553-A389-4208-BF8E-BDC73B25BDB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BA262-F58A-2C30-F1FA-66D3D95F6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42527-6193-BECE-7676-D8DD04913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FC902-E173-4F09-B280-EF5FA80BA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70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02A07-7D2D-AFCC-9475-9D020975F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23883-690F-774D-B516-D1232A943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CDA63-7FA6-F0CF-8420-153CB9529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A4C8C0-919A-9752-5DD8-50E6AB190A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C4B790-B3EB-D4D4-046B-056B18FA0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BD198E-30FC-A8E8-2899-489BA3CB4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E553-A389-4208-BF8E-BDC73B25BDB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6E901B-66CF-5D5D-CCEE-229CC95A3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B5C31F-BB9A-2F65-DEF1-2A9BF477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FC902-E173-4F09-B280-EF5FA80BA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47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4C686-45D6-BE54-46A4-5C89F72C7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32BDDC-16D8-6B95-FB46-4EB7673FF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E553-A389-4208-BF8E-BDC73B25BDB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1CC70A-7886-A3EE-A7FA-856BF6035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8C240-B68C-5DF8-E280-B8D6F719B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FC902-E173-4F09-B280-EF5FA80BA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067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4ACBAC-46E2-20A3-03AD-321D30666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E553-A389-4208-BF8E-BDC73B25BDB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1B2577-9791-2282-EC8D-7B6DF5900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37655-FCCE-E628-F513-49609FA63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FC902-E173-4F09-B280-EF5FA80BA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95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66DCE-11D7-ACB7-B856-3B7E0CDAB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364DD-3024-CE2A-AA72-37700072B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EF318-8DD2-7A8B-9100-4082324D8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C06D5-809C-AEAD-43C2-328D481B8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E553-A389-4208-BF8E-BDC73B25BDB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227E0-00EC-EFD8-01A8-B2F093719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C85D2-F1B4-3824-B7A8-F6B04927F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FC902-E173-4F09-B280-EF5FA80BA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22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C805-25D9-3A0C-D732-1F86BAA98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E46DF2-AE34-BCBD-96C5-1F9207194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3FA15-73C9-CD3B-89ED-76A2FB07C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36047-D541-B708-F5C0-629D9503E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E553-A389-4208-BF8E-BDC73B25BDB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5D354-9E12-7C2C-0EB6-5CC7C4623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D3D24-AAD0-7018-7C34-F1D0329C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FC902-E173-4F09-B280-EF5FA80BA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9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1AF16-542B-56B2-3D3C-7AEF6C925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6B35B4-DDE4-3155-98B7-8D741B881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1B28A-D4DA-EBBD-911E-51A6E3BFC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E553-A389-4208-BF8E-BDC73B25BDB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E02E0-B70C-2D0F-C81F-C65DCFD6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F57F1-CFA4-7F67-C129-E5402AB96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FC902-E173-4F09-B280-EF5FA80BA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71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598CC9-968B-AD9F-9A10-C2E71787E5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2C30F-39BA-888D-1A77-5EE206A72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87BAC-FEC1-D194-A673-A4DE469A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E553-A389-4208-BF8E-BDC73B25BDB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AE80F-DEFE-645B-B894-EBBE8E09E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4C1CA-1257-CD11-08B0-4E4488E8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FC902-E173-4F09-B280-EF5FA80BA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4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06E5FE-2F10-A8FC-F3A3-1FBC54209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EEDF0-9CEE-B807-280B-EDD3BF9C6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AB766-52BF-6E07-7F32-83BA3E614D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1E553-A389-4208-BF8E-BDC73B25BDB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C0C47-CBC9-AF90-009E-842AEC557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355C0-2752-1582-6B0A-2E5A00C65E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FC902-E173-4F09-B280-EF5FA80BA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93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F6074-1F3A-D9F6-CFF9-12E05182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01C76A-B036-C961-CD2F-B8EAC9D13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1718" y="1825625"/>
            <a:ext cx="7108563" cy="4351338"/>
          </a:xfrm>
        </p:spPr>
      </p:pic>
    </p:spTree>
    <p:extLst>
      <p:ext uri="{BB962C8B-B14F-4D97-AF65-F5344CB8AC3E}">
        <p14:creationId xmlns:p14="http://schemas.microsoft.com/office/powerpoint/2010/main" val="345401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0AD52-319B-CD98-5287-C42179C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AE5E44-06D0-7C2D-20C4-3E25E7FE02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6814" y="1825625"/>
            <a:ext cx="3238372" cy="4351338"/>
          </a:xfrm>
        </p:spPr>
      </p:pic>
    </p:spTree>
    <p:extLst>
      <p:ext uri="{BB962C8B-B14F-4D97-AF65-F5344CB8AC3E}">
        <p14:creationId xmlns:p14="http://schemas.microsoft.com/office/powerpoint/2010/main" val="97885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39B43-34C7-BA0B-63D4-4623AABF3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5F39DE-C9BB-9EFB-BDCB-0DBD47DBF0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8741" y="1825625"/>
            <a:ext cx="3314517" cy="4351338"/>
          </a:xfrm>
        </p:spPr>
      </p:pic>
    </p:spTree>
    <p:extLst>
      <p:ext uri="{BB962C8B-B14F-4D97-AF65-F5344CB8AC3E}">
        <p14:creationId xmlns:p14="http://schemas.microsoft.com/office/powerpoint/2010/main" val="1048891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5CC7-A309-002E-36ED-05E9ACB49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16A30F-9DDD-CB33-0BEB-795676AFAA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2750" y="1929606"/>
            <a:ext cx="6286500" cy="4143375"/>
          </a:xfrm>
        </p:spPr>
      </p:pic>
    </p:spTree>
    <p:extLst>
      <p:ext uri="{BB962C8B-B14F-4D97-AF65-F5344CB8AC3E}">
        <p14:creationId xmlns:p14="http://schemas.microsoft.com/office/powerpoint/2010/main" val="4075134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07C7E-647C-FD9E-988E-A900E45E9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0E817C-F3D8-D302-EEAF-2634439A12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74006"/>
            <a:ext cx="10515600" cy="3654576"/>
          </a:xfrm>
        </p:spPr>
      </p:pic>
    </p:spTree>
    <p:extLst>
      <p:ext uri="{BB962C8B-B14F-4D97-AF65-F5344CB8AC3E}">
        <p14:creationId xmlns:p14="http://schemas.microsoft.com/office/powerpoint/2010/main" val="34427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E1F57-0BA1-605C-5B97-5CD212F7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F15E7B-44E4-5E3E-7F75-73850D4EE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02812"/>
            <a:ext cx="10515600" cy="3396963"/>
          </a:xfrm>
        </p:spPr>
      </p:pic>
    </p:spTree>
    <p:extLst>
      <p:ext uri="{BB962C8B-B14F-4D97-AF65-F5344CB8AC3E}">
        <p14:creationId xmlns:p14="http://schemas.microsoft.com/office/powerpoint/2010/main" val="4264929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7E712-0F39-20FB-1F52-B44746B4B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36687A-792C-8B47-1DA3-02544DA85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4587" y="1825625"/>
            <a:ext cx="7242826" cy="4351338"/>
          </a:xfrm>
        </p:spPr>
      </p:pic>
    </p:spTree>
    <p:extLst>
      <p:ext uri="{BB962C8B-B14F-4D97-AF65-F5344CB8AC3E}">
        <p14:creationId xmlns:p14="http://schemas.microsoft.com/office/powerpoint/2010/main" val="548030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9758-B229-3EC8-B8D8-23B28CF03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A6D78E-EE48-B6D5-DA8D-79ED3A776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7660" y="1825625"/>
            <a:ext cx="8356680" cy="4351338"/>
          </a:xfrm>
        </p:spPr>
      </p:pic>
    </p:spTree>
    <p:extLst>
      <p:ext uri="{BB962C8B-B14F-4D97-AF65-F5344CB8AC3E}">
        <p14:creationId xmlns:p14="http://schemas.microsoft.com/office/powerpoint/2010/main" val="3023703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lucorsi74@hotmail.com</dc:creator>
  <cp:lastModifiedBy>lucorsi74@hotmail.com</cp:lastModifiedBy>
  <cp:revision>1</cp:revision>
  <dcterms:created xsi:type="dcterms:W3CDTF">2024-09-30T05:58:48Z</dcterms:created>
  <dcterms:modified xsi:type="dcterms:W3CDTF">2024-09-30T05:59:01Z</dcterms:modified>
</cp:coreProperties>
</file>