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45199-0C13-2F58-B503-7B24F9AA5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0279D-F6F8-23BB-47CE-440E6AB2B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AD6A8-BE5B-9990-AA40-E3E1B1554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1F09-A61B-4F70-9D25-73EE978B93B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65C8C-1DDA-3A03-75B2-3A8D2328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7C6A3-6C8B-9D3F-1A7F-1C1CC7A42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1ECC-A245-4D86-876A-2040431F5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9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52ADF-B9F4-833E-FA6C-77F53814C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0FB64-C8DD-3F2E-7164-A7DE9F267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6D85C-134E-820F-F39F-40BC414BC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1F09-A61B-4F70-9D25-73EE978B93B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0F1-5AAF-45FB-CB67-130C9C623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A4660-D895-372D-2DCD-047E976C9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1ECC-A245-4D86-876A-2040431F5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61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3E13-19BA-13EF-1967-1EB7B36B0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09CE2-8DC6-782E-EBCD-D0645ECF5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45BEB-2545-8B67-71B8-3BE4D43D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1F09-A61B-4F70-9D25-73EE978B93B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B83D8-94B8-1D6F-15A1-3866FBBB4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C93BC-98D6-597C-1AC5-765504235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1ECC-A245-4D86-876A-2040431F5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3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F855-AF30-510E-4818-B16FC0000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EEFF8-9B63-FE55-EFE9-2D41E6411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24265-DF6C-6D80-D5CB-9CD22291E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BE88E-51BF-5546-0416-2CA8030A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1F09-A61B-4F70-9D25-73EE978B93B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A173F-1A68-710C-CFAF-CEA25E980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2108D-9F9B-96EA-6868-59156FF02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1ECC-A245-4D86-876A-2040431F5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06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4C019-0286-9594-75B6-579A60533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0928E-B14A-E325-86A1-DADE5DCC6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4C18E-F9F3-C6E8-30DB-80A57D22E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877A93-FDDC-B51A-90C2-DDBEA8BF9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E2F38E-9EC9-B2EE-4CA4-BE9C1F990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5BA572-97FB-FD57-7F03-29661A286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1F09-A61B-4F70-9D25-73EE978B93B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8B0659-D592-EED3-05E5-D8F4B0ED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305995-040E-1CF7-3408-2125AE375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1ECC-A245-4D86-876A-2040431F5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154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5AED-6FC2-ABFD-9D73-5E11FC0AC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E260DB-1FCC-B03B-00E5-066F19679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1F09-A61B-4F70-9D25-73EE978B93B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FFD3A-5031-8125-E868-997F69ED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D9BE7-A5D6-74F4-EB5B-F044075EA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1ECC-A245-4D86-876A-2040431F5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062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A78F66-8EF4-AE69-D042-DAABAA493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1F09-A61B-4F70-9D25-73EE978B93B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51CC97-AC02-253C-F918-9BA59344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6CDC8-6395-FF47-1363-E375CF1E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1ECC-A245-4D86-876A-2040431F5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9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E650D-8AF3-9C9F-9199-5EADBFAD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0ECC8-9487-89DC-8686-8A033BB7C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4AE34-0548-17B6-2101-D2BCF42AD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DF605-4A30-8A3C-3EE0-5AB63BD41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1F09-A61B-4F70-9D25-73EE978B93B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DF55E-0763-560D-E25A-D059A698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277BB-6119-B5D0-DC98-3FC5E275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1ECC-A245-4D86-876A-2040431F5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91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F3B5-A2AD-2A9F-378B-997EC7A32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F9969D-A451-B342-05C3-61094F6D38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81BF1-BF54-EDF0-A4D9-A7A695CDF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BEBC4-B863-A3F0-E85F-A79E88D82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1F09-A61B-4F70-9D25-73EE978B93B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17769-FA48-6898-88A1-E7289346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48C26-804F-648B-1BD4-E5B5CD79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1ECC-A245-4D86-876A-2040431F5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8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98D11-9E84-1D98-59D7-AFD3A36E1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B3A16-41EA-3702-0B21-4624D405A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A6936-00F6-A171-E267-6DD416BD9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1F09-A61B-4F70-9D25-73EE978B93B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3D369-BE77-F53A-1AB4-2DFAC9388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5A068-76C9-458A-2261-34DCAD88E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1ECC-A245-4D86-876A-2040431F5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07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31B2A-6D05-3589-6880-FA8861BEF5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23952-C39B-BAFC-A425-8D2196E0B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63C7F-A65E-F037-0F6A-625C67A5A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1F09-A61B-4F70-9D25-73EE978B93B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43F3F-6647-A927-4D3E-8A6BBA86F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F83CB-6330-BE5A-F264-D2F6ECF9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1ECC-A245-4D86-876A-2040431F5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89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538D56-D147-4F0F-DF8F-95F9DD691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0056A-F53A-9AEB-027E-72C80559A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7DC62-770B-B1B8-2E2A-02AEA9194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71F09-A61B-4F70-9D25-73EE978B93B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13447-DAD7-FB75-E57E-732F892F7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CB913-54B0-FB06-D8BF-6DA0A7872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11ECC-A245-4D86-876A-2040431F5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3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0FA1-C489-07DA-AA96-227667664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2EDF4E-D13C-BCE9-9E8B-4B9F5E0D1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7649" y="1825625"/>
            <a:ext cx="5056702" cy="4351338"/>
          </a:xfrm>
        </p:spPr>
      </p:pic>
    </p:spTree>
    <p:extLst>
      <p:ext uri="{BB962C8B-B14F-4D97-AF65-F5344CB8AC3E}">
        <p14:creationId xmlns:p14="http://schemas.microsoft.com/office/powerpoint/2010/main" val="150696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70450-12B2-FA1D-1D63-9B8F2DBF6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1C4032-3DD3-D2AA-F4D7-24A4243F6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3354" y="1825625"/>
            <a:ext cx="4005292" cy="4351338"/>
          </a:xfrm>
        </p:spPr>
      </p:pic>
    </p:spTree>
    <p:extLst>
      <p:ext uri="{BB962C8B-B14F-4D97-AF65-F5344CB8AC3E}">
        <p14:creationId xmlns:p14="http://schemas.microsoft.com/office/powerpoint/2010/main" val="3773300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5E843-4BD2-0777-6ECA-AA6C26CD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F8C9C1-2B32-141C-E650-C3E17EE9F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2237" y="1825625"/>
            <a:ext cx="8107525" cy="4351338"/>
          </a:xfrm>
        </p:spPr>
      </p:pic>
    </p:spTree>
    <p:extLst>
      <p:ext uri="{BB962C8B-B14F-4D97-AF65-F5344CB8AC3E}">
        <p14:creationId xmlns:p14="http://schemas.microsoft.com/office/powerpoint/2010/main" val="3539451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8199-743C-45AF-6B9D-73F9399C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A43DA6-EFA8-392F-73BF-29DDFDDF4C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4983" y="1825625"/>
            <a:ext cx="10002033" cy="4351338"/>
          </a:xfrm>
        </p:spPr>
      </p:pic>
    </p:spTree>
    <p:extLst>
      <p:ext uri="{BB962C8B-B14F-4D97-AF65-F5344CB8AC3E}">
        <p14:creationId xmlns:p14="http://schemas.microsoft.com/office/powerpoint/2010/main" val="1239619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74DC-4093-18AD-9F49-99A4318A5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9C65CD-7EA6-18AE-CCF4-4927BC2B5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6282"/>
            <a:ext cx="10515600" cy="4050024"/>
          </a:xfrm>
        </p:spPr>
      </p:pic>
    </p:spTree>
    <p:extLst>
      <p:ext uri="{BB962C8B-B14F-4D97-AF65-F5344CB8AC3E}">
        <p14:creationId xmlns:p14="http://schemas.microsoft.com/office/powerpoint/2010/main" val="2377736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lucorsi74@hotmail.com</dc:creator>
  <cp:lastModifiedBy>lucorsi74@hotmail.com</cp:lastModifiedBy>
  <cp:revision>1</cp:revision>
  <dcterms:created xsi:type="dcterms:W3CDTF">2024-10-27T12:28:05Z</dcterms:created>
  <dcterms:modified xsi:type="dcterms:W3CDTF">2024-10-27T12:29:51Z</dcterms:modified>
</cp:coreProperties>
</file>